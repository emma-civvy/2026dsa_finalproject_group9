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861"/>
    <p:restoredTop sz="94722"/>
  </p:normalViewPr>
  <p:slideViewPr>
    <p:cSldViewPr snapToGrid="0">
      <p:cViewPr varScale="1">
        <p:scale>
          <a:sx n="118" d="100"/>
          <a:sy n="118" d="100"/>
        </p:scale>
        <p:origin x="1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918519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9</a:t>
            </a:r>
          </a:p>
          <a:p>
            <a:pPr algn="ctr"/>
            <a:r>
              <a:rPr lang="en-US" sz="3200" dirty="0"/>
              <a:t>Lauren Suiter</a:t>
            </a:r>
          </a:p>
          <a:p>
            <a:pPr algn="ctr"/>
            <a:r>
              <a:rPr lang="en-US" sz="3200" dirty="0"/>
              <a:t>Emma Zeitler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42856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GAMM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955240"/>
              </p:ext>
            </p:extLst>
          </p:nvPr>
        </p:nvGraphicFramePr>
        <p:xfrm>
          <a:off x="5514417" y="1466415"/>
          <a:ext cx="6118606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Month, mean/sum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strength_gtex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Removed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Learn_rate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ntrees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min_n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tree_depth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Anova Racing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Best RMSE within 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115</Words>
  <Application>Microsoft Macintosh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Emma Zeitler</cp:lastModifiedBy>
  <cp:revision>3</cp:revision>
  <dcterms:created xsi:type="dcterms:W3CDTF">2026-03-31T02:58:08Z</dcterms:created>
  <dcterms:modified xsi:type="dcterms:W3CDTF">2026-04-29T13:18:36Z</dcterms:modified>
</cp:coreProperties>
</file>